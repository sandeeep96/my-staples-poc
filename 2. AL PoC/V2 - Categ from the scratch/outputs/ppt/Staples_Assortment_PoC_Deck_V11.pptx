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c22fcc-8a38-f8f8-588e-4e88201793d1}">
          <p14:sldIdLst>
            <p14:sldId id="256"/>
          </p14:sldIdLst>
        </p14:section>
        <p14:section name="Summary" id="{53d0dfc3-6d91-e05e-6dc8-f5ad25762834}">
          <p14:sldIdLst>
            <p14:sldId id="257"/>
            <p14:sldId id="258"/>
          </p14:sldIdLst>
        </p14:section>
        <p14:section name="Demo" id="{ab6483ef-d9d8-adc1-3cdd-61f6754e8f0e}">
          <p14:sldIdLst>
            <p14:sldId id="259"/>
          </p14:sldIdLst>
        </p14:section>
        <p14:section name="Next steps" id="{7f0c58a4-d17c-0931-8dbb-4877f1ecfc05}">
          <p14:sldIdLst>
            <p14:sldId id="260"/>
            <p14:sldId id="261"/>
          </p14:sldIdLst>
        </p14:section>
        <p14:section name="Appendix" id="{2f470b0f-85e9-f4b0-4622-e2397d581824}">
          <p14:sldIdLst>
            <p14:sldId id="262"/>
            <p14:sldId id="263"/>
          </p14:sldIdLst>
        </p14:section>
        <p14:section name="Close" id="{7238a1cd-f358-82d4-6ba3-d3a8f21f9b8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2026-10-07T10:36:02Z</dcterms:created>
  <dcterms:modified xsi:type="dcterms:W3CDTF">2026-10-07T10:36:02Z</dcterms:modified>
</cp:coreProperties>
</file>