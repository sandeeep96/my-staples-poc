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4f0ad3-2a40-5a06-6989-3e0408c3f5c5}">
          <p14:sldIdLst>
            <p14:sldId id="256"/>
          </p14:sldIdLst>
        </p14:section>
        <p14:section name="Summary" id="{b47be2b6-f1a1-0250-6642-860c3a95e666}">
          <p14:sldIdLst>
            <p14:sldId id="257"/>
            <p14:sldId id="258"/>
          </p14:sldIdLst>
        </p14:section>
        <p14:section name="Demo" id="{5021deaa-5a73-b01e-e3ed-e42a6399c3a1}">
          <p14:sldIdLst>
            <p14:sldId id="259"/>
          </p14:sldIdLst>
        </p14:section>
        <p14:section name="Next steps" id="{c2dd96dd-658f-1d78-c78f-10261a9cb99f}">
          <p14:sldIdLst>
            <p14:sldId id="260"/>
            <p14:sldId id="261"/>
            <p14:sldId id="262"/>
          </p14:sldIdLst>
        </p14:section>
        <p14:section name="Appendix" id="{bf50b63e-ca71-c805-e333-35f2aa975c8b}">
          <p14:sldIdLst>
            <p14:sldId id="263"/>
            <p14:sldId id="264"/>
          </p14:sldIdLst>
        </p14:section>
        <p14:section name="Close" id="{e857c71d-1be9-28a5-5b28-3eb47163fe2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2026-10-13T06:31:59Z</dcterms:created>
  <dcterms:modified xsi:type="dcterms:W3CDTF">2026-10-13T06:31:59Z</dcterms:modified>
</cp:coreProperties>
</file>