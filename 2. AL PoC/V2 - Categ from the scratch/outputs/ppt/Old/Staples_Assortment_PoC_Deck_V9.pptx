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98f441b-89a9-15e2-7747-b91718556998}">
          <p14:sldIdLst>
            <p14:sldId id="256"/>
          </p14:sldIdLst>
        </p14:section>
        <p14:section name="Summary" id="{d774b492-3277-58e8-77f3-163d70846c32}">
          <p14:sldIdLst>
            <p14:sldId id="257"/>
            <p14:sldId id="258"/>
          </p14:sldIdLst>
        </p14:section>
        <p14:section name="Demo" id="{fbb1e562-fdcd-edfc-db76-cca4672ee686}">
          <p14:sldIdLst>
            <p14:sldId id="259"/>
          </p14:sldIdLst>
        </p14:section>
        <p14:section name="Next steps" id="{31815896-6348-72bc-cef3-6ae8ac9c265d}">
          <p14:sldIdLst>
            <p14:sldId id="260"/>
            <p14:sldId id="261"/>
          </p14:sldIdLst>
        </p14:section>
        <p14:section name="Appendix" id="{d0d2722e-9ebc-5bca-8ead-42e45871f44e}">
          <p14:sldIdLst>
            <p14:sldId id="262"/>
            <p14:sldId id="263"/>
          </p14:sldIdLst>
        </p14:section>
        <p14:section name="Close" id="{6c59d16d-33e0-ddb5-06b6-5c91ba3cffd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74 pass the safety gates (22 Strong, 23 Vector-led, 28 Gap-led, 1 Conditional) → 216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statement / oversized wall clocks 13 of 174 clocks vs 36% of Wayfair's (Strong: both methods; 0% cannibalisation risk; mostly priced well above Staples' clocks, a design trade-up); barrel chairs 0 of 116 accent chairs (the literal "White Chair"; Gap-led: a clear gap, but Method 1 reads most barrel chairs as off-brand for today's Staples customer, so check the fit).
Backup picks if asked: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wayfair.com/decor-pillows/pdp/east-urban-home-pink-liquid-gold-harmony-wave-abstract-shapes-oversized-wood-wall-clock-w110240375.html?piid=779502042"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Statement &amp; oversized wall clocks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clocks are utility pieces (60% plastic vs 5% at Wayfair); 9% statement vs 39%</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13 of 174</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36%</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Pink Liquid Gold Harmony Wave - Abstract Shapes Oversized Wood Wall Clock" history="1" highlightClick="0" endSnd="0">
                  <a:extLst>
                    <a:ext uri="{A12FA001-AC4F-418D-AE19-62706E023703}">
                      <ahyp:hlinkClr xmlns:ahyp="http://schemas.microsoft.com/office/drawing/2018/hyperlinkcolor" val="tx"/>
                    </a:ext>
                  </a:extLst>
                </a:hlinkClick>
              </a:rPr>
              <a:t>Pink Liquid Gold Harmony Wave… · $120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2026-10-06T19:58:23Z</dcterms:created>
  <dcterms:modified xsi:type="dcterms:W3CDTF">2026-10-06T19:58:23Z</dcterms:modified>
</cp:coreProperties>
</file>